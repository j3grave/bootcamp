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5" r:id="rId2"/>
    <p:sldId id="2147473042" r:id="rId3"/>
    <p:sldId id="2147473041" r:id="rId4"/>
    <p:sldId id="214747304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6FF"/>
    <a:srgbClr val="78A3FF"/>
    <a:srgbClr val="00A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44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6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47568-5EEC-BCF6-DD6E-3628E8C8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0B63E-4238-BC4B-44D4-28F03E9D3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86AE-F6C5-3005-ABA0-C919A44A5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0019A-C948-D781-FCF3-F18BC76E4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1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4159-FE8A-8851-0F40-67C1A61D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D123D-B873-6C02-542D-8831FEED8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53E0B-0E31-1B11-A821-00DB65549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27FB2-E1B5-1089-D842-1EC146512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2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parad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3985898" y="1231671"/>
            <a:ext cx="6387825" cy="252292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t>Title Text</a:t>
            </a:r>
          </a:p>
        </p:txBody>
      </p:sp>
      <p:sp>
        <p:nvSpPr>
          <p:cNvPr id="164" name="Forma livre: Forma 9"/>
          <p:cNvSpPr/>
          <p:nvPr/>
        </p:nvSpPr>
        <p:spPr>
          <a:xfrm>
            <a:off x="0" y="695738"/>
            <a:ext cx="2732852" cy="54665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518"/>
                </a:moveTo>
                <a:lnTo>
                  <a:pt x="2163" y="20518"/>
                </a:lnTo>
                <a:lnTo>
                  <a:pt x="2163" y="21600"/>
                </a:lnTo>
                <a:lnTo>
                  <a:pt x="0" y="21600"/>
                </a:lnTo>
                <a:close/>
                <a:moveTo>
                  <a:pt x="2163" y="18359"/>
                </a:moveTo>
                <a:lnTo>
                  <a:pt x="10803" y="18359"/>
                </a:lnTo>
                <a:lnTo>
                  <a:pt x="10803" y="20518"/>
                </a:lnTo>
                <a:lnTo>
                  <a:pt x="2163" y="20518"/>
                </a:lnTo>
                <a:close/>
                <a:moveTo>
                  <a:pt x="10803" y="16199"/>
                </a:moveTo>
                <a:lnTo>
                  <a:pt x="15123" y="16199"/>
                </a:lnTo>
                <a:lnTo>
                  <a:pt x="15123" y="18359"/>
                </a:lnTo>
                <a:lnTo>
                  <a:pt x="10803" y="18359"/>
                </a:lnTo>
                <a:close/>
                <a:moveTo>
                  <a:pt x="0" y="15118"/>
                </a:moveTo>
                <a:lnTo>
                  <a:pt x="6477" y="15118"/>
                </a:lnTo>
                <a:lnTo>
                  <a:pt x="6477" y="17277"/>
                </a:lnTo>
                <a:lnTo>
                  <a:pt x="0" y="17277"/>
                </a:lnTo>
                <a:close/>
                <a:moveTo>
                  <a:pt x="6483" y="12958"/>
                </a:moveTo>
                <a:lnTo>
                  <a:pt x="10803" y="12958"/>
                </a:lnTo>
                <a:lnTo>
                  <a:pt x="10803" y="15118"/>
                </a:lnTo>
                <a:lnTo>
                  <a:pt x="6483" y="15118"/>
                </a:lnTo>
                <a:close/>
                <a:moveTo>
                  <a:pt x="19443" y="9720"/>
                </a:moveTo>
                <a:lnTo>
                  <a:pt x="21600" y="9720"/>
                </a:lnTo>
                <a:lnTo>
                  <a:pt x="21600" y="11880"/>
                </a:lnTo>
                <a:lnTo>
                  <a:pt x="19443" y="11880"/>
                </a:lnTo>
                <a:close/>
                <a:moveTo>
                  <a:pt x="6483" y="6479"/>
                </a:moveTo>
                <a:lnTo>
                  <a:pt x="10803" y="6479"/>
                </a:lnTo>
                <a:lnTo>
                  <a:pt x="10803" y="8639"/>
                </a:lnTo>
                <a:lnTo>
                  <a:pt x="6483" y="8639"/>
                </a:lnTo>
                <a:close/>
                <a:moveTo>
                  <a:pt x="15123" y="5401"/>
                </a:moveTo>
                <a:lnTo>
                  <a:pt x="19443" y="5401"/>
                </a:lnTo>
                <a:lnTo>
                  <a:pt x="19443" y="9720"/>
                </a:lnTo>
                <a:lnTo>
                  <a:pt x="15123" y="9720"/>
                </a:lnTo>
                <a:lnTo>
                  <a:pt x="15123" y="11880"/>
                </a:lnTo>
                <a:lnTo>
                  <a:pt x="19443" y="11880"/>
                </a:lnTo>
                <a:lnTo>
                  <a:pt x="19443" y="16199"/>
                </a:lnTo>
                <a:lnTo>
                  <a:pt x="15123" y="16199"/>
                </a:lnTo>
                <a:lnTo>
                  <a:pt x="15123" y="12958"/>
                </a:lnTo>
                <a:lnTo>
                  <a:pt x="10803" y="12958"/>
                </a:lnTo>
                <a:lnTo>
                  <a:pt x="10803" y="8639"/>
                </a:lnTo>
                <a:lnTo>
                  <a:pt x="15123" y="8639"/>
                </a:lnTo>
                <a:close/>
                <a:moveTo>
                  <a:pt x="0" y="4319"/>
                </a:moveTo>
                <a:lnTo>
                  <a:pt x="6477" y="4319"/>
                </a:lnTo>
                <a:lnTo>
                  <a:pt x="6477" y="6479"/>
                </a:lnTo>
                <a:lnTo>
                  <a:pt x="0" y="6479"/>
                </a:lnTo>
                <a:close/>
                <a:moveTo>
                  <a:pt x="10803" y="3238"/>
                </a:moveTo>
                <a:lnTo>
                  <a:pt x="15123" y="3238"/>
                </a:lnTo>
                <a:lnTo>
                  <a:pt x="15123" y="5397"/>
                </a:lnTo>
                <a:lnTo>
                  <a:pt x="10803" y="5397"/>
                </a:lnTo>
                <a:close/>
                <a:moveTo>
                  <a:pt x="2163" y="1078"/>
                </a:moveTo>
                <a:lnTo>
                  <a:pt x="10803" y="1078"/>
                </a:lnTo>
                <a:lnTo>
                  <a:pt x="10803" y="3238"/>
                </a:lnTo>
                <a:lnTo>
                  <a:pt x="2163" y="3238"/>
                </a:lnTo>
                <a:close/>
                <a:moveTo>
                  <a:pt x="0" y="0"/>
                </a:moveTo>
                <a:lnTo>
                  <a:pt x="2157" y="0"/>
                </a:lnTo>
                <a:lnTo>
                  <a:pt x="2157" y="1078"/>
                </a:lnTo>
                <a:lnTo>
                  <a:pt x="0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16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985897" y="3965712"/>
            <a:ext cx="6387825" cy="5933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Borna"/>
                <a:ea typeface="Borna"/>
                <a:cs typeface="Borna"/>
                <a:sym typeface="Borna"/>
              </a:defRPr>
            </a:lvl1pPr>
            <a:lvl2pPr marL="0" indent="4572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2pPr>
            <a:lvl3pPr marL="0" indent="9144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3pPr>
            <a:lvl4pPr marL="0" indent="13716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4pPr>
            <a:lvl5pPr marL="0" indent="1828800">
              <a:buSzTx/>
              <a:buNone/>
              <a:defRPr sz="2400">
                <a:latin typeface="Borna"/>
                <a:ea typeface="Borna"/>
                <a:cs typeface="Borna"/>
                <a:sym typeface="Borna"/>
              </a:defRPr>
            </a:lvl5pPr>
          </a:lstStyle>
          <a:p>
            <a:r>
              <a:t>Clique para editar o estilo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6CB4B4D-7CA3-9044-876B-883B54F8677D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5076945"/>
      </p:ext>
    </p:extLst>
  </p:cSld>
  <p:clrMapOvr>
    <a:masterClrMapping/>
  </p:clrMapOvr>
  <p:transition spd="med"/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radecimen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Forma livre: Forma 5"/>
          <p:cNvSpPr/>
          <p:nvPr/>
        </p:nvSpPr>
        <p:spPr>
          <a:xfrm rot="5400000">
            <a:off x="7324019" y="-1441607"/>
            <a:ext cx="2882349" cy="57655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518"/>
                </a:moveTo>
                <a:lnTo>
                  <a:pt x="2163" y="20518"/>
                </a:lnTo>
                <a:lnTo>
                  <a:pt x="2163" y="21600"/>
                </a:lnTo>
                <a:lnTo>
                  <a:pt x="0" y="21600"/>
                </a:lnTo>
                <a:close/>
                <a:moveTo>
                  <a:pt x="2163" y="18359"/>
                </a:moveTo>
                <a:lnTo>
                  <a:pt x="10803" y="18359"/>
                </a:lnTo>
                <a:lnTo>
                  <a:pt x="10803" y="20518"/>
                </a:lnTo>
                <a:lnTo>
                  <a:pt x="2163" y="20518"/>
                </a:lnTo>
                <a:close/>
                <a:moveTo>
                  <a:pt x="10803" y="16199"/>
                </a:moveTo>
                <a:lnTo>
                  <a:pt x="15123" y="16199"/>
                </a:lnTo>
                <a:lnTo>
                  <a:pt x="15123" y="18359"/>
                </a:lnTo>
                <a:lnTo>
                  <a:pt x="10803" y="18359"/>
                </a:lnTo>
                <a:close/>
                <a:moveTo>
                  <a:pt x="0" y="15118"/>
                </a:moveTo>
                <a:lnTo>
                  <a:pt x="6477" y="15118"/>
                </a:lnTo>
                <a:lnTo>
                  <a:pt x="6477" y="17277"/>
                </a:lnTo>
                <a:lnTo>
                  <a:pt x="0" y="17277"/>
                </a:lnTo>
                <a:close/>
                <a:moveTo>
                  <a:pt x="6483" y="12958"/>
                </a:moveTo>
                <a:lnTo>
                  <a:pt x="10803" y="12958"/>
                </a:lnTo>
                <a:lnTo>
                  <a:pt x="10803" y="15118"/>
                </a:lnTo>
                <a:lnTo>
                  <a:pt x="6483" y="15118"/>
                </a:lnTo>
                <a:close/>
                <a:moveTo>
                  <a:pt x="19443" y="9720"/>
                </a:moveTo>
                <a:lnTo>
                  <a:pt x="21600" y="9720"/>
                </a:lnTo>
                <a:lnTo>
                  <a:pt x="21600" y="11880"/>
                </a:lnTo>
                <a:lnTo>
                  <a:pt x="19443" y="11880"/>
                </a:lnTo>
                <a:close/>
                <a:moveTo>
                  <a:pt x="6483" y="6479"/>
                </a:moveTo>
                <a:lnTo>
                  <a:pt x="10803" y="6479"/>
                </a:lnTo>
                <a:lnTo>
                  <a:pt x="10803" y="8639"/>
                </a:lnTo>
                <a:lnTo>
                  <a:pt x="6483" y="8639"/>
                </a:lnTo>
                <a:close/>
                <a:moveTo>
                  <a:pt x="15123" y="5401"/>
                </a:moveTo>
                <a:lnTo>
                  <a:pt x="19443" y="5401"/>
                </a:lnTo>
                <a:lnTo>
                  <a:pt x="19443" y="9720"/>
                </a:lnTo>
                <a:lnTo>
                  <a:pt x="15123" y="9720"/>
                </a:lnTo>
                <a:lnTo>
                  <a:pt x="15123" y="11880"/>
                </a:lnTo>
                <a:lnTo>
                  <a:pt x="19443" y="11880"/>
                </a:lnTo>
                <a:lnTo>
                  <a:pt x="19443" y="16199"/>
                </a:lnTo>
                <a:lnTo>
                  <a:pt x="15123" y="16199"/>
                </a:lnTo>
                <a:lnTo>
                  <a:pt x="15123" y="12958"/>
                </a:lnTo>
                <a:lnTo>
                  <a:pt x="10803" y="12958"/>
                </a:lnTo>
                <a:lnTo>
                  <a:pt x="10803" y="8639"/>
                </a:lnTo>
                <a:lnTo>
                  <a:pt x="15123" y="8639"/>
                </a:lnTo>
                <a:close/>
                <a:moveTo>
                  <a:pt x="0" y="4319"/>
                </a:moveTo>
                <a:lnTo>
                  <a:pt x="6477" y="4319"/>
                </a:lnTo>
                <a:lnTo>
                  <a:pt x="6477" y="6479"/>
                </a:lnTo>
                <a:lnTo>
                  <a:pt x="0" y="6479"/>
                </a:lnTo>
                <a:close/>
                <a:moveTo>
                  <a:pt x="10803" y="3238"/>
                </a:moveTo>
                <a:lnTo>
                  <a:pt x="15123" y="3238"/>
                </a:lnTo>
                <a:lnTo>
                  <a:pt x="15123" y="5397"/>
                </a:lnTo>
                <a:lnTo>
                  <a:pt x="10803" y="5397"/>
                </a:lnTo>
                <a:close/>
                <a:moveTo>
                  <a:pt x="2163" y="1078"/>
                </a:moveTo>
                <a:lnTo>
                  <a:pt x="10803" y="1078"/>
                </a:lnTo>
                <a:lnTo>
                  <a:pt x="10803" y="3238"/>
                </a:lnTo>
                <a:lnTo>
                  <a:pt x="2163" y="3238"/>
                </a:lnTo>
                <a:close/>
                <a:moveTo>
                  <a:pt x="0" y="0"/>
                </a:moveTo>
                <a:lnTo>
                  <a:pt x="2157" y="0"/>
                </a:lnTo>
                <a:lnTo>
                  <a:pt x="2157" y="1078"/>
                </a:lnTo>
                <a:lnTo>
                  <a:pt x="0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pic>
        <p:nvPicPr>
          <p:cNvPr id="479" name="Picture 9" descr="Picture 9"/>
          <p:cNvPicPr>
            <a:picLocks noChangeAspect="1"/>
          </p:cNvPicPr>
          <p:nvPr/>
        </p:nvPicPr>
        <p:blipFill>
          <a:blip r:embed="rId2"/>
          <a:srcRect t="70784" r="34816"/>
          <a:stretch>
            <a:fillRect/>
          </a:stretch>
        </p:blipFill>
        <p:spPr>
          <a:xfrm>
            <a:off x="-1" y="4854388"/>
            <a:ext cx="7947213" cy="2003613"/>
          </a:xfrm>
          <a:prstGeom prst="rect">
            <a:avLst/>
          </a:prstGeom>
          <a:ln w="12700">
            <a:miter lim="400000"/>
          </a:ln>
        </p:spPr>
      </p:pic>
      <p:sp>
        <p:nvSpPr>
          <p:cNvPr id="480" name="Obrigado/a."/>
          <p:cNvSpPr txBox="1">
            <a:spLocks noGrp="1"/>
          </p:cNvSpPr>
          <p:nvPr>
            <p:ph type="title" hasCustomPrompt="1"/>
          </p:nvPr>
        </p:nvSpPr>
        <p:spPr>
          <a:xfrm>
            <a:off x="625643" y="3176366"/>
            <a:ext cx="5438982" cy="10056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t>Obrigado/a. </a:t>
            </a:r>
          </a:p>
        </p:txBody>
      </p:sp>
      <p:sp>
        <p:nvSpPr>
          <p:cNvPr id="481" name="Freeform: Shape 73"/>
          <p:cNvSpPr/>
          <p:nvPr/>
        </p:nvSpPr>
        <p:spPr>
          <a:xfrm>
            <a:off x="625641" y="617805"/>
            <a:ext cx="3056023" cy="409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82" y="20518"/>
                </a:moveTo>
                <a:lnTo>
                  <a:pt x="4072" y="20518"/>
                </a:lnTo>
                <a:lnTo>
                  <a:pt x="4072" y="21600"/>
                </a:lnTo>
                <a:lnTo>
                  <a:pt x="3782" y="21600"/>
                </a:lnTo>
                <a:close/>
                <a:moveTo>
                  <a:pt x="4072" y="18359"/>
                </a:moveTo>
                <a:lnTo>
                  <a:pt x="4651" y="18359"/>
                </a:lnTo>
                <a:lnTo>
                  <a:pt x="4651" y="20518"/>
                </a:lnTo>
                <a:lnTo>
                  <a:pt x="4072" y="20518"/>
                </a:lnTo>
                <a:close/>
                <a:moveTo>
                  <a:pt x="3202" y="18359"/>
                </a:moveTo>
                <a:lnTo>
                  <a:pt x="3782" y="18359"/>
                </a:lnTo>
                <a:lnTo>
                  <a:pt x="3782" y="20518"/>
                </a:lnTo>
                <a:lnTo>
                  <a:pt x="3202" y="20518"/>
                </a:lnTo>
                <a:close/>
                <a:moveTo>
                  <a:pt x="4651" y="16199"/>
                </a:moveTo>
                <a:lnTo>
                  <a:pt x="4940" y="16199"/>
                </a:lnTo>
                <a:lnTo>
                  <a:pt x="4940" y="18359"/>
                </a:lnTo>
                <a:lnTo>
                  <a:pt x="4651" y="18359"/>
                </a:lnTo>
                <a:close/>
                <a:moveTo>
                  <a:pt x="2913" y="16199"/>
                </a:moveTo>
                <a:lnTo>
                  <a:pt x="3202" y="16199"/>
                </a:lnTo>
                <a:lnTo>
                  <a:pt x="3202" y="18359"/>
                </a:lnTo>
                <a:lnTo>
                  <a:pt x="2913" y="18359"/>
                </a:lnTo>
                <a:close/>
                <a:moveTo>
                  <a:pt x="3492" y="15118"/>
                </a:moveTo>
                <a:lnTo>
                  <a:pt x="4361" y="15118"/>
                </a:lnTo>
                <a:lnTo>
                  <a:pt x="4361" y="17277"/>
                </a:lnTo>
                <a:lnTo>
                  <a:pt x="3492" y="17277"/>
                </a:lnTo>
                <a:close/>
                <a:moveTo>
                  <a:pt x="18561" y="14914"/>
                </a:moveTo>
                <a:cubicBezTo>
                  <a:pt x="18454" y="14914"/>
                  <a:pt x="18371" y="15535"/>
                  <a:pt x="18371" y="16399"/>
                </a:cubicBezTo>
                <a:cubicBezTo>
                  <a:pt x="18371" y="17264"/>
                  <a:pt x="18454" y="17881"/>
                  <a:pt x="18561" y="17881"/>
                </a:cubicBezTo>
                <a:cubicBezTo>
                  <a:pt x="18669" y="17881"/>
                  <a:pt x="18751" y="17271"/>
                  <a:pt x="18751" y="16399"/>
                </a:cubicBezTo>
                <a:cubicBezTo>
                  <a:pt x="18751" y="15528"/>
                  <a:pt x="18668" y="14914"/>
                  <a:pt x="18561" y="14914"/>
                </a:cubicBezTo>
                <a:close/>
                <a:moveTo>
                  <a:pt x="17955" y="14914"/>
                </a:moveTo>
                <a:cubicBezTo>
                  <a:pt x="17848" y="14914"/>
                  <a:pt x="17764" y="15535"/>
                  <a:pt x="17764" y="16399"/>
                </a:cubicBezTo>
                <a:cubicBezTo>
                  <a:pt x="17764" y="17264"/>
                  <a:pt x="17848" y="17881"/>
                  <a:pt x="17955" y="17881"/>
                </a:cubicBezTo>
                <a:cubicBezTo>
                  <a:pt x="18062" y="17881"/>
                  <a:pt x="18145" y="17271"/>
                  <a:pt x="18145" y="16399"/>
                </a:cubicBezTo>
                <a:cubicBezTo>
                  <a:pt x="18145" y="15528"/>
                  <a:pt x="18062" y="14914"/>
                  <a:pt x="17955" y="14914"/>
                </a:cubicBezTo>
                <a:close/>
                <a:moveTo>
                  <a:pt x="18932" y="14440"/>
                </a:moveTo>
                <a:lnTo>
                  <a:pt x="19010" y="14440"/>
                </a:lnTo>
                <a:lnTo>
                  <a:pt x="19010" y="17821"/>
                </a:lnTo>
                <a:lnTo>
                  <a:pt x="19251" y="17821"/>
                </a:lnTo>
                <a:lnTo>
                  <a:pt x="19251" y="18359"/>
                </a:lnTo>
                <a:lnTo>
                  <a:pt x="18932" y="18359"/>
                </a:lnTo>
                <a:close/>
                <a:moveTo>
                  <a:pt x="17175" y="14440"/>
                </a:moveTo>
                <a:lnTo>
                  <a:pt x="17253" y="14440"/>
                </a:lnTo>
                <a:lnTo>
                  <a:pt x="17253" y="16089"/>
                </a:lnTo>
                <a:lnTo>
                  <a:pt x="17506" y="16089"/>
                </a:lnTo>
                <a:lnTo>
                  <a:pt x="17506" y="14440"/>
                </a:lnTo>
                <a:lnTo>
                  <a:pt x="17585" y="14440"/>
                </a:lnTo>
                <a:lnTo>
                  <a:pt x="17585" y="18359"/>
                </a:lnTo>
                <a:lnTo>
                  <a:pt x="17506" y="18359"/>
                </a:lnTo>
                <a:lnTo>
                  <a:pt x="17506" y="16640"/>
                </a:lnTo>
                <a:lnTo>
                  <a:pt x="17253" y="16640"/>
                </a:lnTo>
                <a:lnTo>
                  <a:pt x="17253" y="18359"/>
                </a:lnTo>
                <a:lnTo>
                  <a:pt x="17175" y="18359"/>
                </a:lnTo>
                <a:close/>
                <a:moveTo>
                  <a:pt x="18561" y="14367"/>
                </a:moveTo>
                <a:cubicBezTo>
                  <a:pt x="18717" y="14367"/>
                  <a:pt x="18832" y="15261"/>
                  <a:pt x="18832" y="16399"/>
                </a:cubicBezTo>
                <a:cubicBezTo>
                  <a:pt x="18832" y="17538"/>
                  <a:pt x="18717" y="18432"/>
                  <a:pt x="18561" y="18432"/>
                </a:cubicBezTo>
                <a:cubicBezTo>
                  <a:pt x="18404" y="18432"/>
                  <a:pt x="18291" y="17558"/>
                  <a:pt x="18291" y="16399"/>
                </a:cubicBezTo>
                <a:cubicBezTo>
                  <a:pt x="18291" y="15251"/>
                  <a:pt x="18406" y="14367"/>
                  <a:pt x="18561" y="14367"/>
                </a:cubicBezTo>
                <a:close/>
                <a:moveTo>
                  <a:pt x="17955" y="14367"/>
                </a:moveTo>
                <a:cubicBezTo>
                  <a:pt x="18110" y="14367"/>
                  <a:pt x="18225" y="15261"/>
                  <a:pt x="18225" y="16399"/>
                </a:cubicBezTo>
                <a:cubicBezTo>
                  <a:pt x="18225" y="17538"/>
                  <a:pt x="18110" y="18432"/>
                  <a:pt x="17954" y="18432"/>
                </a:cubicBezTo>
                <a:cubicBezTo>
                  <a:pt x="17798" y="18432"/>
                  <a:pt x="17685" y="17558"/>
                  <a:pt x="17685" y="16399"/>
                </a:cubicBezTo>
                <a:cubicBezTo>
                  <a:pt x="17685" y="15251"/>
                  <a:pt x="17800" y="14367"/>
                  <a:pt x="17955" y="14367"/>
                </a:cubicBezTo>
                <a:close/>
                <a:moveTo>
                  <a:pt x="16830" y="14367"/>
                </a:moveTo>
                <a:cubicBezTo>
                  <a:pt x="16946" y="14367"/>
                  <a:pt x="17027" y="14831"/>
                  <a:pt x="17065" y="15458"/>
                </a:cubicBezTo>
                <a:lnTo>
                  <a:pt x="16997" y="15729"/>
                </a:lnTo>
                <a:cubicBezTo>
                  <a:pt x="16973" y="15275"/>
                  <a:pt x="16912" y="14917"/>
                  <a:pt x="16830" y="14917"/>
                </a:cubicBezTo>
                <a:cubicBezTo>
                  <a:pt x="16720" y="14917"/>
                  <a:pt x="16640" y="15538"/>
                  <a:pt x="16640" y="16403"/>
                </a:cubicBezTo>
                <a:cubicBezTo>
                  <a:pt x="16640" y="17267"/>
                  <a:pt x="16721" y="17888"/>
                  <a:pt x="16830" y="17888"/>
                </a:cubicBezTo>
                <a:cubicBezTo>
                  <a:pt x="16911" y="17888"/>
                  <a:pt x="16983" y="17531"/>
                  <a:pt x="17005" y="16920"/>
                </a:cubicBezTo>
                <a:lnTo>
                  <a:pt x="17075" y="17177"/>
                </a:lnTo>
                <a:cubicBezTo>
                  <a:pt x="17042" y="17905"/>
                  <a:pt x="16950" y="18439"/>
                  <a:pt x="16830" y="18439"/>
                </a:cubicBezTo>
                <a:cubicBezTo>
                  <a:pt x="16671" y="18439"/>
                  <a:pt x="16561" y="17564"/>
                  <a:pt x="16561" y="16406"/>
                </a:cubicBezTo>
                <a:lnTo>
                  <a:pt x="16561" y="16399"/>
                </a:lnTo>
                <a:cubicBezTo>
                  <a:pt x="16561" y="15251"/>
                  <a:pt x="16672" y="14367"/>
                  <a:pt x="16830" y="14367"/>
                </a:cubicBezTo>
                <a:close/>
                <a:moveTo>
                  <a:pt x="16291" y="14367"/>
                </a:moveTo>
                <a:cubicBezTo>
                  <a:pt x="16385" y="14367"/>
                  <a:pt x="16454" y="14730"/>
                  <a:pt x="16472" y="15308"/>
                </a:cubicBezTo>
                <a:lnTo>
                  <a:pt x="16402" y="15465"/>
                </a:lnTo>
                <a:cubicBezTo>
                  <a:pt x="16390" y="15134"/>
                  <a:pt x="16349" y="14887"/>
                  <a:pt x="16291" y="14887"/>
                </a:cubicBezTo>
                <a:cubicBezTo>
                  <a:pt x="16224" y="14887"/>
                  <a:pt x="16191" y="15161"/>
                  <a:pt x="16191" y="15441"/>
                </a:cubicBezTo>
                <a:cubicBezTo>
                  <a:pt x="16191" y="15772"/>
                  <a:pt x="16225" y="15919"/>
                  <a:pt x="16266" y="15986"/>
                </a:cubicBezTo>
                <a:lnTo>
                  <a:pt x="16344" y="16132"/>
                </a:lnTo>
                <a:cubicBezTo>
                  <a:pt x="16424" y="16279"/>
                  <a:pt x="16484" y="16630"/>
                  <a:pt x="16484" y="17274"/>
                </a:cubicBezTo>
                <a:cubicBezTo>
                  <a:pt x="16484" y="17918"/>
                  <a:pt x="16414" y="18432"/>
                  <a:pt x="16292" y="18432"/>
                </a:cubicBezTo>
                <a:cubicBezTo>
                  <a:pt x="16189" y="18432"/>
                  <a:pt x="16114" y="18052"/>
                  <a:pt x="16092" y="17384"/>
                </a:cubicBezTo>
                <a:lnTo>
                  <a:pt x="16164" y="17221"/>
                </a:lnTo>
                <a:cubicBezTo>
                  <a:pt x="16177" y="17648"/>
                  <a:pt x="16223" y="17891"/>
                  <a:pt x="16292" y="17891"/>
                </a:cubicBezTo>
                <a:cubicBezTo>
                  <a:pt x="16360" y="17891"/>
                  <a:pt x="16405" y="17618"/>
                  <a:pt x="16405" y="17271"/>
                </a:cubicBezTo>
                <a:cubicBezTo>
                  <a:pt x="16405" y="16924"/>
                  <a:pt x="16373" y="16750"/>
                  <a:pt x="16325" y="16666"/>
                </a:cubicBezTo>
                <a:lnTo>
                  <a:pt x="16247" y="16526"/>
                </a:lnTo>
                <a:cubicBezTo>
                  <a:pt x="16182" y="16413"/>
                  <a:pt x="16114" y="16112"/>
                  <a:pt x="16114" y="15441"/>
                </a:cubicBezTo>
                <a:cubicBezTo>
                  <a:pt x="16114" y="14847"/>
                  <a:pt x="16181" y="14367"/>
                  <a:pt x="16291" y="14367"/>
                </a:cubicBezTo>
                <a:close/>
                <a:moveTo>
                  <a:pt x="4361" y="12958"/>
                </a:moveTo>
                <a:lnTo>
                  <a:pt x="4651" y="12958"/>
                </a:lnTo>
                <a:lnTo>
                  <a:pt x="4651" y="15118"/>
                </a:lnTo>
                <a:lnTo>
                  <a:pt x="4361" y="15118"/>
                </a:lnTo>
                <a:close/>
                <a:moveTo>
                  <a:pt x="3202" y="12958"/>
                </a:moveTo>
                <a:lnTo>
                  <a:pt x="3492" y="12958"/>
                </a:lnTo>
                <a:lnTo>
                  <a:pt x="3492" y="15118"/>
                </a:lnTo>
                <a:lnTo>
                  <a:pt x="3202" y="15118"/>
                </a:lnTo>
                <a:close/>
                <a:moveTo>
                  <a:pt x="5230" y="9720"/>
                </a:moveTo>
                <a:lnTo>
                  <a:pt x="5375" y="9720"/>
                </a:lnTo>
                <a:lnTo>
                  <a:pt x="5375" y="11880"/>
                </a:lnTo>
                <a:lnTo>
                  <a:pt x="5230" y="11880"/>
                </a:lnTo>
                <a:close/>
                <a:moveTo>
                  <a:pt x="2479" y="9720"/>
                </a:moveTo>
                <a:lnTo>
                  <a:pt x="2623" y="9720"/>
                </a:lnTo>
                <a:lnTo>
                  <a:pt x="2623" y="11880"/>
                </a:lnTo>
                <a:lnTo>
                  <a:pt x="2479" y="11880"/>
                </a:lnTo>
                <a:close/>
                <a:moveTo>
                  <a:pt x="18053" y="9333"/>
                </a:moveTo>
                <a:lnTo>
                  <a:pt x="17963" y="11349"/>
                </a:lnTo>
                <a:lnTo>
                  <a:pt x="18159" y="11349"/>
                </a:lnTo>
                <a:lnTo>
                  <a:pt x="18068" y="9333"/>
                </a:lnTo>
                <a:close/>
                <a:moveTo>
                  <a:pt x="16993" y="9333"/>
                </a:moveTo>
                <a:lnTo>
                  <a:pt x="16903" y="11349"/>
                </a:lnTo>
                <a:lnTo>
                  <a:pt x="17099" y="11349"/>
                </a:lnTo>
                <a:lnTo>
                  <a:pt x="17008" y="9333"/>
                </a:lnTo>
                <a:close/>
                <a:moveTo>
                  <a:pt x="21048" y="8839"/>
                </a:moveTo>
                <a:lnTo>
                  <a:pt x="21462" y="8839"/>
                </a:lnTo>
                <a:lnTo>
                  <a:pt x="21462" y="9376"/>
                </a:lnTo>
                <a:lnTo>
                  <a:pt x="21293" y="9376"/>
                </a:lnTo>
                <a:lnTo>
                  <a:pt x="21293" y="12758"/>
                </a:lnTo>
                <a:lnTo>
                  <a:pt x="21215" y="12758"/>
                </a:lnTo>
                <a:lnTo>
                  <a:pt x="21215" y="9376"/>
                </a:lnTo>
                <a:lnTo>
                  <a:pt x="21048" y="9376"/>
                </a:lnTo>
                <a:close/>
                <a:moveTo>
                  <a:pt x="20525" y="8839"/>
                </a:moveTo>
                <a:lnTo>
                  <a:pt x="20669" y="8839"/>
                </a:lnTo>
                <a:lnTo>
                  <a:pt x="20863" y="12267"/>
                </a:lnTo>
                <a:lnTo>
                  <a:pt x="20878" y="12267"/>
                </a:lnTo>
                <a:lnTo>
                  <a:pt x="20878" y="8839"/>
                </a:lnTo>
                <a:lnTo>
                  <a:pt x="20953" y="8839"/>
                </a:lnTo>
                <a:lnTo>
                  <a:pt x="20953" y="12758"/>
                </a:lnTo>
                <a:lnTo>
                  <a:pt x="20807" y="12758"/>
                </a:lnTo>
                <a:lnTo>
                  <a:pt x="20615" y="9333"/>
                </a:lnTo>
                <a:lnTo>
                  <a:pt x="20601" y="9333"/>
                </a:lnTo>
                <a:lnTo>
                  <a:pt x="20601" y="12758"/>
                </a:lnTo>
                <a:lnTo>
                  <a:pt x="20525" y="12758"/>
                </a:lnTo>
                <a:close/>
                <a:moveTo>
                  <a:pt x="20096" y="8839"/>
                </a:moveTo>
                <a:lnTo>
                  <a:pt x="20412" y="8839"/>
                </a:lnTo>
                <a:lnTo>
                  <a:pt x="20412" y="9370"/>
                </a:lnTo>
                <a:lnTo>
                  <a:pt x="20174" y="9370"/>
                </a:lnTo>
                <a:lnTo>
                  <a:pt x="20174" y="10501"/>
                </a:lnTo>
                <a:lnTo>
                  <a:pt x="20387" y="10501"/>
                </a:lnTo>
                <a:lnTo>
                  <a:pt x="20387" y="11022"/>
                </a:lnTo>
                <a:lnTo>
                  <a:pt x="20174" y="11022"/>
                </a:lnTo>
                <a:lnTo>
                  <a:pt x="20174" y="12234"/>
                </a:lnTo>
                <a:lnTo>
                  <a:pt x="20421" y="12234"/>
                </a:lnTo>
                <a:lnTo>
                  <a:pt x="20421" y="12758"/>
                </a:lnTo>
                <a:lnTo>
                  <a:pt x="20096" y="12758"/>
                </a:lnTo>
                <a:close/>
                <a:moveTo>
                  <a:pt x="19395" y="8839"/>
                </a:moveTo>
                <a:lnTo>
                  <a:pt x="19546" y="8839"/>
                </a:lnTo>
                <a:lnTo>
                  <a:pt x="19671" y="12267"/>
                </a:lnTo>
                <a:lnTo>
                  <a:pt x="19685" y="12267"/>
                </a:lnTo>
                <a:lnTo>
                  <a:pt x="19813" y="8839"/>
                </a:lnTo>
                <a:lnTo>
                  <a:pt x="19963" y="8839"/>
                </a:lnTo>
                <a:lnTo>
                  <a:pt x="19963" y="12758"/>
                </a:lnTo>
                <a:lnTo>
                  <a:pt x="19888" y="12758"/>
                </a:lnTo>
                <a:lnTo>
                  <a:pt x="19888" y="9333"/>
                </a:lnTo>
                <a:lnTo>
                  <a:pt x="19873" y="9333"/>
                </a:lnTo>
                <a:lnTo>
                  <a:pt x="19747" y="12758"/>
                </a:lnTo>
                <a:lnTo>
                  <a:pt x="19610" y="12758"/>
                </a:lnTo>
                <a:lnTo>
                  <a:pt x="19485" y="9333"/>
                </a:lnTo>
                <a:lnTo>
                  <a:pt x="19471" y="9333"/>
                </a:lnTo>
                <a:lnTo>
                  <a:pt x="19471" y="12758"/>
                </a:lnTo>
                <a:lnTo>
                  <a:pt x="19395" y="12758"/>
                </a:lnTo>
                <a:close/>
                <a:moveTo>
                  <a:pt x="18967" y="8839"/>
                </a:moveTo>
                <a:lnTo>
                  <a:pt x="19283" y="8839"/>
                </a:lnTo>
                <a:lnTo>
                  <a:pt x="19283" y="9370"/>
                </a:lnTo>
                <a:lnTo>
                  <a:pt x="19044" y="9370"/>
                </a:lnTo>
                <a:lnTo>
                  <a:pt x="19044" y="10501"/>
                </a:lnTo>
                <a:lnTo>
                  <a:pt x="19257" y="10501"/>
                </a:lnTo>
                <a:lnTo>
                  <a:pt x="19257" y="11022"/>
                </a:lnTo>
                <a:lnTo>
                  <a:pt x="19044" y="11022"/>
                </a:lnTo>
                <a:lnTo>
                  <a:pt x="19044" y="12234"/>
                </a:lnTo>
                <a:lnTo>
                  <a:pt x="19291" y="12234"/>
                </a:lnTo>
                <a:lnTo>
                  <a:pt x="19291" y="12758"/>
                </a:lnTo>
                <a:lnTo>
                  <a:pt x="18967" y="12758"/>
                </a:lnTo>
                <a:close/>
                <a:moveTo>
                  <a:pt x="17996" y="8839"/>
                </a:moveTo>
                <a:lnTo>
                  <a:pt x="18127" y="8839"/>
                </a:lnTo>
                <a:lnTo>
                  <a:pt x="18301" y="12688"/>
                </a:lnTo>
                <a:lnTo>
                  <a:pt x="18301" y="12761"/>
                </a:lnTo>
                <a:lnTo>
                  <a:pt x="18223" y="12761"/>
                </a:lnTo>
                <a:lnTo>
                  <a:pt x="18184" y="11893"/>
                </a:lnTo>
                <a:lnTo>
                  <a:pt x="17939" y="11893"/>
                </a:lnTo>
                <a:lnTo>
                  <a:pt x="17900" y="12761"/>
                </a:lnTo>
                <a:lnTo>
                  <a:pt x="17822" y="12761"/>
                </a:lnTo>
                <a:lnTo>
                  <a:pt x="17822" y="12688"/>
                </a:lnTo>
                <a:lnTo>
                  <a:pt x="17822" y="12688"/>
                </a:lnTo>
                <a:close/>
                <a:moveTo>
                  <a:pt x="17317" y="8839"/>
                </a:moveTo>
                <a:lnTo>
                  <a:pt x="17461" y="8839"/>
                </a:lnTo>
                <a:lnTo>
                  <a:pt x="17655" y="12267"/>
                </a:lnTo>
                <a:lnTo>
                  <a:pt x="17669" y="12267"/>
                </a:lnTo>
                <a:lnTo>
                  <a:pt x="17669" y="8839"/>
                </a:lnTo>
                <a:lnTo>
                  <a:pt x="17745" y="8839"/>
                </a:lnTo>
                <a:lnTo>
                  <a:pt x="17745" y="12758"/>
                </a:lnTo>
                <a:lnTo>
                  <a:pt x="17598" y="12758"/>
                </a:lnTo>
                <a:lnTo>
                  <a:pt x="17407" y="9333"/>
                </a:lnTo>
                <a:lnTo>
                  <a:pt x="17392" y="9333"/>
                </a:lnTo>
                <a:lnTo>
                  <a:pt x="17392" y="12758"/>
                </a:lnTo>
                <a:lnTo>
                  <a:pt x="17317" y="12758"/>
                </a:lnTo>
                <a:close/>
                <a:moveTo>
                  <a:pt x="16936" y="8839"/>
                </a:moveTo>
                <a:lnTo>
                  <a:pt x="17066" y="8839"/>
                </a:lnTo>
                <a:lnTo>
                  <a:pt x="17240" y="12688"/>
                </a:lnTo>
                <a:lnTo>
                  <a:pt x="17240" y="12761"/>
                </a:lnTo>
                <a:lnTo>
                  <a:pt x="17162" y="12761"/>
                </a:lnTo>
                <a:lnTo>
                  <a:pt x="17123" y="11893"/>
                </a:lnTo>
                <a:lnTo>
                  <a:pt x="16878" y="11893"/>
                </a:lnTo>
                <a:lnTo>
                  <a:pt x="16839" y="12761"/>
                </a:lnTo>
                <a:lnTo>
                  <a:pt x="16762" y="12761"/>
                </a:lnTo>
                <a:lnTo>
                  <a:pt x="16762" y="12688"/>
                </a:lnTo>
                <a:lnTo>
                  <a:pt x="16762" y="12688"/>
                </a:lnTo>
                <a:close/>
                <a:moveTo>
                  <a:pt x="16117" y="8839"/>
                </a:moveTo>
                <a:lnTo>
                  <a:pt x="16268" y="8839"/>
                </a:lnTo>
                <a:lnTo>
                  <a:pt x="16392" y="12267"/>
                </a:lnTo>
                <a:lnTo>
                  <a:pt x="16407" y="12267"/>
                </a:lnTo>
                <a:lnTo>
                  <a:pt x="16534" y="8839"/>
                </a:lnTo>
                <a:lnTo>
                  <a:pt x="16685" y="8839"/>
                </a:lnTo>
                <a:lnTo>
                  <a:pt x="16685" y="12758"/>
                </a:lnTo>
                <a:lnTo>
                  <a:pt x="16609" y="12758"/>
                </a:lnTo>
                <a:lnTo>
                  <a:pt x="16609" y="9333"/>
                </a:lnTo>
                <a:lnTo>
                  <a:pt x="16594" y="9333"/>
                </a:lnTo>
                <a:lnTo>
                  <a:pt x="16469" y="12758"/>
                </a:lnTo>
                <a:lnTo>
                  <a:pt x="16331" y="12758"/>
                </a:lnTo>
                <a:lnTo>
                  <a:pt x="16207" y="9333"/>
                </a:lnTo>
                <a:lnTo>
                  <a:pt x="16193" y="9333"/>
                </a:lnTo>
                <a:lnTo>
                  <a:pt x="16193" y="12758"/>
                </a:lnTo>
                <a:lnTo>
                  <a:pt x="16117" y="12758"/>
                </a:lnTo>
                <a:close/>
                <a:moveTo>
                  <a:pt x="18597" y="8765"/>
                </a:moveTo>
                <a:cubicBezTo>
                  <a:pt x="18711" y="8765"/>
                  <a:pt x="18792" y="9203"/>
                  <a:pt x="18829" y="9774"/>
                </a:cubicBezTo>
                <a:lnTo>
                  <a:pt x="18762" y="10054"/>
                </a:lnTo>
                <a:cubicBezTo>
                  <a:pt x="18738" y="9660"/>
                  <a:pt x="18681" y="9313"/>
                  <a:pt x="18597" y="9313"/>
                </a:cubicBezTo>
                <a:cubicBezTo>
                  <a:pt x="18489" y="9313"/>
                  <a:pt x="18408" y="9934"/>
                  <a:pt x="18408" y="10798"/>
                </a:cubicBezTo>
                <a:cubicBezTo>
                  <a:pt x="18408" y="11663"/>
                  <a:pt x="18486" y="12287"/>
                  <a:pt x="18596" y="12287"/>
                </a:cubicBezTo>
                <a:cubicBezTo>
                  <a:pt x="18691" y="12287"/>
                  <a:pt x="18767" y="11773"/>
                  <a:pt x="18774" y="11145"/>
                </a:cubicBezTo>
                <a:lnTo>
                  <a:pt x="18774" y="11139"/>
                </a:lnTo>
                <a:lnTo>
                  <a:pt x="18601" y="11139"/>
                </a:lnTo>
                <a:lnTo>
                  <a:pt x="18601" y="10618"/>
                </a:lnTo>
                <a:lnTo>
                  <a:pt x="18852" y="10618"/>
                </a:lnTo>
                <a:lnTo>
                  <a:pt x="18852" y="12758"/>
                </a:lnTo>
                <a:lnTo>
                  <a:pt x="18774" y="12758"/>
                </a:lnTo>
                <a:lnTo>
                  <a:pt x="18774" y="12013"/>
                </a:lnTo>
                <a:lnTo>
                  <a:pt x="18758" y="12013"/>
                </a:lnTo>
                <a:cubicBezTo>
                  <a:pt x="18735" y="12551"/>
                  <a:pt x="18669" y="12831"/>
                  <a:pt x="18581" y="12831"/>
                </a:cubicBezTo>
                <a:cubicBezTo>
                  <a:pt x="18436" y="12831"/>
                  <a:pt x="18328" y="11957"/>
                  <a:pt x="18328" y="10798"/>
                </a:cubicBezTo>
                <a:cubicBezTo>
                  <a:pt x="18328" y="9650"/>
                  <a:pt x="18443" y="8765"/>
                  <a:pt x="18597" y="8765"/>
                </a:cubicBezTo>
                <a:close/>
                <a:moveTo>
                  <a:pt x="4361" y="6479"/>
                </a:moveTo>
                <a:lnTo>
                  <a:pt x="4651" y="6479"/>
                </a:lnTo>
                <a:lnTo>
                  <a:pt x="4651" y="8639"/>
                </a:lnTo>
                <a:lnTo>
                  <a:pt x="4361" y="8639"/>
                </a:lnTo>
                <a:close/>
                <a:moveTo>
                  <a:pt x="3202" y="6479"/>
                </a:moveTo>
                <a:lnTo>
                  <a:pt x="3492" y="6479"/>
                </a:lnTo>
                <a:lnTo>
                  <a:pt x="3492" y="8639"/>
                </a:lnTo>
                <a:lnTo>
                  <a:pt x="3202" y="8639"/>
                </a:lnTo>
                <a:close/>
                <a:moveTo>
                  <a:pt x="4940" y="5401"/>
                </a:moveTo>
                <a:lnTo>
                  <a:pt x="5230" y="5401"/>
                </a:lnTo>
                <a:lnTo>
                  <a:pt x="5230" y="9720"/>
                </a:lnTo>
                <a:lnTo>
                  <a:pt x="4940" y="9720"/>
                </a:lnTo>
                <a:lnTo>
                  <a:pt x="4940" y="11880"/>
                </a:lnTo>
                <a:lnTo>
                  <a:pt x="5230" y="11880"/>
                </a:lnTo>
                <a:lnTo>
                  <a:pt x="5230" y="16199"/>
                </a:lnTo>
                <a:lnTo>
                  <a:pt x="4940" y="16199"/>
                </a:lnTo>
                <a:lnTo>
                  <a:pt x="4940" y="12958"/>
                </a:lnTo>
                <a:lnTo>
                  <a:pt x="4651" y="12958"/>
                </a:lnTo>
                <a:lnTo>
                  <a:pt x="4651" y="8639"/>
                </a:lnTo>
                <a:lnTo>
                  <a:pt x="4940" y="8639"/>
                </a:lnTo>
                <a:close/>
                <a:moveTo>
                  <a:pt x="2623" y="5401"/>
                </a:moveTo>
                <a:lnTo>
                  <a:pt x="2913" y="5401"/>
                </a:lnTo>
                <a:lnTo>
                  <a:pt x="2913" y="8639"/>
                </a:lnTo>
                <a:lnTo>
                  <a:pt x="3202" y="8639"/>
                </a:lnTo>
                <a:lnTo>
                  <a:pt x="3202" y="12958"/>
                </a:lnTo>
                <a:lnTo>
                  <a:pt x="2913" y="12958"/>
                </a:lnTo>
                <a:lnTo>
                  <a:pt x="2913" y="16199"/>
                </a:lnTo>
                <a:lnTo>
                  <a:pt x="2623" y="16199"/>
                </a:lnTo>
                <a:lnTo>
                  <a:pt x="2623" y="11880"/>
                </a:lnTo>
                <a:lnTo>
                  <a:pt x="2913" y="11880"/>
                </a:lnTo>
                <a:lnTo>
                  <a:pt x="2913" y="9720"/>
                </a:lnTo>
                <a:lnTo>
                  <a:pt x="2623" y="9720"/>
                </a:lnTo>
                <a:close/>
                <a:moveTo>
                  <a:pt x="3492" y="4319"/>
                </a:moveTo>
                <a:lnTo>
                  <a:pt x="4361" y="4319"/>
                </a:lnTo>
                <a:lnTo>
                  <a:pt x="4361" y="6479"/>
                </a:lnTo>
                <a:lnTo>
                  <a:pt x="3492" y="6479"/>
                </a:lnTo>
                <a:close/>
                <a:moveTo>
                  <a:pt x="18156" y="3772"/>
                </a:moveTo>
                <a:lnTo>
                  <a:pt x="18156" y="5137"/>
                </a:lnTo>
                <a:lnTo>
                  <a:pt x="18276" y="5137"/>
                </a:lnTo>
                <a:cubicBezTo>
                  <a:pt x="18331" y="5137"/>
                  <a:pt x="18373" y="4850"/>
                  <a:pt x="18373" y="4443"/>
                </a:cubicBezTo>
                <a:cubicBezTo>
                  <a:pt x="18373" y="4069"/>
                  <a:pt x="18337" y="3772"/>
                  <a:pt x="18274" y="3772"/>
                </a:cubicBezTo>
                <a:close/>
                <a:moveTo>
                  <a:pt x="19446" y="3732"/>
                </a:moveTo>
                <a:lnTo>
                  <a:pt x="19356" y="5748"/>
                </a:lnTo>
                <a:lnTo>
                  <a:pt x="19553" y="5748"/>
                </a:lnTo>
                <a:lnTo>
                  <a:pt x="19462" y="3732"/>
                </a:lnTo>
                <a:close/>
                <a:moveTo>
                  <a:pt x="20801" y="3715"/>
                </a:moveTo>
                <a:cubicBezTo>
                  <a:pt x="20694" y="3715"/>
                  <a:pt x="20611" y="4336"/>
                  <a:pt x="20611" y="5201"/>
                </a:cubicBezTo>
                <a:cubicBezTo>
                  <a:pt x="20611" y="6065"/>
                  <a:pt x="20694" y="6683"/>
                  <a:pt x="20801" y="6683"/>
                </a:cubicBezTo>
                <a:cubicBezTo>
                  <a:pt x="20909" y="6683"/>
                  <a:pt x="20991" y="6072"/>
                  <a:pt x="20991" y="5201"/>
                </a:cubicBezTo>
                <a:cubicBezTo>
                  <a:pt x="20991" y="4329"/>
                  <a:pt x="20908" y="3715"/>
                  <a:pt x="20801" y="3715"/>
                </a:cubicBezTo>
                <a:close/>
                <a:moveTo>
                  <a:pt x="17709" y="3715"/>
                </a:moveTo>
                <a:cubicBezTo>
                  <a:pt x="17601" y="3715"/>
                  <a:pt x="17518" y="4336"/>
                  <a:pt x="17518" y="5201"/>
                </a:cubicBezTo>
                <a:cubicBezTo>
                  <a:pt x="17518" y="6065"/>
                  <a:pt x="17601" y="6683"/>
                  <a:pt x="17709" y="6683"/>
                </a:cubicBezTo>
                <a:cubicBezTo>
                  <a:pt x="17816" y="6683"/>
                  <a:pt x="17899" y="6072"/>
                  <a:pt x="17899" y="5201"/>
                </a:cubicBezTo>
                <a:cubicBezTo>
                  <a:pt x="17899" y="4329"/>
                  <a:pt x="17816" y="3715"/>
                  <a:pt x="17709" y="3715"/>
                </a:cubicBezTo>
                <a:close/>
                <a:moveTo>
                  <a:pt x="20181" y="3241"/>
                </a:moveTo>
                <a:lnTo>
                  <a:pt x="20459" y="3241"/>
                </a:lnTo>
                <a:lnTo>
                  <a:pt x="20459" y="3772"/>
                </a:lnTo>
                <a:lnTo>
                  <a:pt x="20359" y="3772"/>
                </a:lnTo>
                <a:lnTo>
                  <a:pt x="20359" y="6626"/>
                </a:lnTo>
                <a:lnTo>
                  <a:pt x="20459" y="6626"/>
                </a:lnTo>
                <a:lnTo>
                  <a:pt x="20459" y="7160"/>
                </a:lnTo>
                <a:lnTo>
                  <a:pt x="20181" y="7160"/>
                </a:lnTo>
                <a:lnTo>
                  <a:pt x="20181" y="6626"/>
                </a:lnTo>
                <a:lnTo>
                  <a:pt x="20281" y="6626"/>
                </a:lnTo>
                <a:lnTo>
                  <a:pt x="20281" y="3772"/>
                </a:lnTo>
                <a:lnTo>
                  <a:pt x="20181" y="3772"/>
                </a:lnTo>
                <a:close/>
                <a:moveTo>
                  <a:pt x="18570" y="3241"/>
                </a:moveTo>
                <a:lnTo>
                  <a:pt x="18722" y="3241"/>
                </a:lnTo>
                <a:lnTo>
                  <a:pt x="18846" y="6666"/>
                </a:lnTo>
                <a:lnTo>
                  <a:pt x="18860" y="6666"/>
                </a:lnTo>
                <a:lnTo>
                  <a:pt x="18988" y="3241"/>
                </a:lnTo>
                <a:lnTo>
                  <a:pt x="19138" y="3241"/>
                </a:lnTo>
                <a:lnTo>
                  <a:pt x="19138" y="7160"/>
                </a:lnTo>
                <a:lnTo>
                  <a:pt x="19063" y="7160"/>
                </a:lnTo>
                <a:lnTo>
                  <a:pt x="19063" y="3732"/>
                </a:lnTo>
                <a:lnTo>
                  <a:pt x="19048" y="3732"/>
                </a:lnTo>
                <a:lnTo>
                  <a:pt x="18923" y="7160"/>
                </a:lnTo>
                <a:lnTo>
                  <a:pt x="18785" y="7160"/>
                </a:lnTo>
                <a:lnTo>
                  <a:pt x="18661" y="3732"/>
                </a:lnTo>
                <a:lnTo>
                  <a:pt x="18647" y="3732"/>
                </a:lnTo>
                <a:lnTo>
                  <a:pt x="18647" y="7160"/>
                </a:lnTo>
                <a:lnTo>
                  <a:pt x="18570" y="7160"/>
                </a:lnTo>
                <a:close/>
                <a:moveTo>
                  <a:pt x="18079" y="3241"/>
                </a:moveTo>
                <a:lnTo>
                  <a:pt x="18280" y="3241"/>
                </a:lnTo>
                <a:cubicBezTo>
                  <a:pt x="18391" y="3241"/>
                  <a:pt x="18452" y="3718"/>
                  <a:pt x="18452" y="4333"/>
                </a:cubicBezTo>
                <a:cubicBezTo>
                  <a:pt x="18452" y="4763"/>
                  <a:pt x="18420" y="5110"/>
                  <a:pt x="18365" y="5177"/>
                </a:cubicBezTo>
                <a:lnTo>
                  <a:pt x="18365" y="5291"/>
                </a:lnTo>
                <a:cubicBezTo>
                  <a:pt x="18400" y="5364"/>
                  <a:pt x="18447" y="5628"/>
                  <a:pt x="18447" y="6199"/>
                </a:cubicBezTo>
                <a:lnTo>
                  <a:pt x="18447" y="7163"/>
                </a:lnTo>
                <a:lnTo>
                  <a:pt x="18369" y="7163"/>
                </a:lnTo>
                <a:lnTo>
                  <a:pt x="18369" y="6245"/>
                </a:lnTo>
                <a:cubicBezTo>
                  <a:pt x="18369" y="5891"/>
                  <a:pt x="18339" y="5675"/>
                  <a:pt x="18284" y="5675"/>
                </a:cubicBezTo>
                <a:lnTo>
                  <a:pt x="18156" y="5675"/>
                </a:lnTo>
                <a:lnTo>
                  <a:pt x="18156" y="7163"/>
                </a:lnTo>
                <a:lnTo>
                  <a:pt x="18078" y="7163"/>
                </a:lnTo>
                <a:lnTo>
                  <a:pt x="18078" y="3244"/>
                </a:lnTo>
                <a:close/>
                <a:moveTo>
                  <a:pt x="16100" y="3241"/>
                </a:moveTo>
                <a:lnTo>
                  <a:pt x="16379" y="3241"/>
                </a:lnTo>
                <a:lnTo>
                  <a:pt x="16379" y="3772"/>
                </a:lnTo>
                <a:lnTo>
                  <a:pt x="16278" y="3772"/>
                </a:lnTo>
                <a:lnTo>
                  <a:pt x="16278" y="6626"/>
                </a:lnTo>
                <a:lnTo>
                  <a:pt x="16379" y="6626"/>
                </a:lnTo>
                <a:lnTo>
                  <a:pt x="16379" y="7160"/>
                </a:lnTo>
                <a:lnTo>
                  <a:pt x="16100" y="7160"/>
                </a:lnTo>
                <a:lnTo>
                  <a:pt x="16100" y="6626"/>
                </a:lnTo>
                <a:lnTo>
                  <a:pt x="16201" y="6626"/>
                </a:lnTo>
                <a:lnTo>
                  <a:pt x="16201" y="3772"/>
                </a:lnTo>
                <a:lnTo>
                  <a:pt x="16100" y="3772"/>
                </a:lnTo>
                <a:close/>
                <a:moveTo>
                  <a:pt x="21172" y="3238"/>
                </a:moveTo>
                <a:lnTo>
                  <a:pt x="21316" y="3238"/>
                </a:lnTo>
                <a:lnTo>
                  <a:pt x="21510" y="6666"/>
                </a:lnTo>
                <a:lnTo>
                  <a:pt x="21524" y="6666"/>
                </a:lnTo>
                <a:lnTo>
                  <a:pt x="21524" y="3238"/>
                </a:lnTo>
                <a:lnTo>
                  <a:pt x="21600" y="3238"/>
                </a:lnTo>
                <a:lnTo>
                  <a:pt x="21600" y="7160"/>
                </a:lnTo>
                <a:lnTo>
                  <a:pt x="21454" y="7160"/>
                </a:lnTo>
                <a:lnTo>
                  <a:pt x="21262" y="3732"/>
                </a:lnTo>
                <a:lnTo>
                  <a:pt x="21248" y="3732"/>
                </a:lnTo>
                <a:lnTo>
                  <a:pt x="21248" y="7160"/>
                </a:lnTo>
                <a:lnTo>
                  <a:pt x="21172" y="7160"/>
                </a:lnTo>
                <a:close/>
                <a:moveTo>
                  <a:pt x="19689" y="3238"/>
                </a:moveTo>
                <a:lnTo>
                  <a:pt x="20103" y="3238"/>
                </a:lnTo>
                <a:lnTo>
                  <a:pt x="20103" y="3779"/>
                </a:lnTo>
                <a:lnTo>
                  <a:pt x="19934" y="3779"/>
                </a:lnTo>
                <a:lnTo>
                  <a:pt x="19934" y="7160"/>
                </a:lnTo>
                <a:lnTo>
                  <a:pt x="19856" y="7160"/>
                </a:lnTo>
                <a:lnTo>
                  <a:pt x="19856" y="3779"/>
                </a:lnTo>
                <a:lnTo>
                  <a:pt x="19689" y="3779"/>
                </a:lnTo>
                <a:close/>
                <a:moveTo>
                  <a:pt x="19390" y="3238"/>
                </a:moveTo>
                <a:lnTo>
                  <a:pt x="19520" y="3238"/>
                </a:lnTo>
                <a:lnTo>
                  <a:pt x="19694" y="7086"/>
                </a:lnTo>
                <a:lnTo>
                  <a:pt x="19694" y="7160"/>
                </a:lnTo>
                <a:lnTo>
                  <a:pt x="19616" y="7160"/>
                </a:lnTo>
                <a:lnTo>
                  <a:pt x="19577" y="6292"/>
                </a:lnTo>
                <a:lnTo>
                  <a:pt x="19332" y="6292"/>
                </a:lnTo>
                <a:lnTo>
                  <a:pt x="19293" y="7160"/>
                </a:lnTo>
                <a:lnTo>
                  <a:pt x="19216" y="7160"/>
                </a:lnTo>
                <a:lnTo>
                  <a:pt x="19216" y="7086"/>
                </a:lnTo>
                <a:lnTo>
                  <a:pt x="19215" y="7086"/>
                </a:lnTo>
                <a:close/>
                <a:moveTo>
                  <a:pt x="17057" y="3238"/>
                </a:moveTo>
                <a:lnTo>
                  <a:pt x="17374" y="3238"/>
                </a:lnTo>
                <a:lnTo>
                  <a:pt x="17374" y="3772"/>
                </a:lnTo>
                <a:lnTo>
                  <a:pt x="17135" y="3772"/>
                </a:lnTo>
                <a:lnTo>
                  <a:pt x="17135" y="4977"/>
                </a:lnTo>
                <a:lnTo>
                  <a:pt x="17348" y="4977"/>
                </a:lnTo>
                <a:lnTo>
                  <a:pt x="17348" y="5498"/>
                </a:lnTo>
                <a:lnTo>
                  <a:pt x="17135" y="5498"/>
                </a:lnTo>
                <a:lnTo>
                  <a:pt x="17135" y="7160"/>
                </a:lnTo>
                <a:lnTo>
                  <a:pt x="17057" y="7160"/>
                </a:lnTo>
                <a:close/>
                <a:moveTo>
                  <a:pt x="16496" y="3238"/>
                </a:moveTo>
                <a:lnTo>
                  <a:pt x="16640" y="3238"/>
                </a:lnTo>
                <a:lnTo>
                  <a:pt x="16834" y="6666"/>
                </a:lnTo>
                <a:lnTo>
                  <a:pt x="16848" y="6666"/>
                </a:lnTo>
                <a:lnTo>
                  <a:pt x="16848" y="3238"/>
                </a:lnTo>
                <a:lnTo>
                  <a:pt x="16924" y="3238"/>
                </a:lnTo>
                <a:lnTo>
                  <a:pt x="16924" y="7160"/>
                </a:lnTo>
                <a:lnTo>
                  <a:pt x="16778" y="7160"/>
                </a:lnTo>
                <a:lnTo>
                  <a:pt x="16586" y="3732"/>
                </a:lnTo>
                <a:lnTo>
                  <a:pt x="16572" y="3732"/>
                </a:lnTo>
                <a:lnTo>
                  <a:pt x="16572" y="7160"/>
                </a:lnTo>
                <a:lnTo>
                  <a:pt x="16496" y="7160"/>
                </a:lnTo>
                <a:close/>
                <a:moveTo>
                  <a:pt x="11451" y="3238"/>
                </a:moveTo>
                <a:lnTo>
                  <a:pt x="11909" y="3238"/>
                </a:lnTo>
                <a:lnTo>
                  <a:pt x="12497" y="16933"/>
                </a:lnTo>
                <a:lnTo>
                  <a:pt x="12555" y="16933"/>
                </a:lnTo>
                <a:lnTo>
                  <a:pt x="13157" y="3238"/>
                </a:lnTo>
                <a:lnTo>
                  <a:pt x="13612" y="3238"/>
                </a:lnTo>
                <a:lnTo>
                  <a:pt x="13612" y="18359"/>
                </a:lnTo>
                <a:lnTo>
                  <a:pt x="13383" y="18359"/>
                </a:lnTo>
                <a:lnTo>
                  <a:pt x="13383" y="4666"/>
                </a:lnTo>
                <a:lnTo>
                  <a:pt x="13325" y="4666"/>
                </a:lnTo>
                <a:lnTo>
                  <a:pt x="12734" y="18359"/>
                </a:lnTo>
                <a:lnTo>
                  <a:pt x="12326" y="18359"/>
                </a:lnTo>
                <a:lnTo>
                  <a:pt x="11735" y="4666"/>
                </a:lnTo>
                <a:lnTo>
                  <a:pt x="11680" y="4666"/>
                </a:lnTo>
                <a:lnTo>
                  <a:pt x="11680" y="18359"/>
                </a:lnTo>
                <a:lnTo>
                  <a:pt x="11451" y="18359"/>
                </a:lnTo>
                <a:close/>
                <a:moveTo>
                  <a:pt x="10154" y="3238"/>
                </a:moveTo>
                <a:lnTo>
                  <a:pt x="11162" y="3238"/>
                </a:lnTo>
                <a:lnTo>
                  <a:pt x="11162" y="4817"/>
                </a:lnTo>
                <a:lnTo>
                  <a:pt x="10774" y="4817"/>
                </a:lnTo>
                <a:lnTo>
                  <a:pt x="10774" y="16783"/>
                </a:lnTo>
                <a:lnTo>
                  <a:pt x="11162" y="16783"/>
                </a:lnTo>
                <a:lnTo>
                  <a:pt x="11162" y="18359"/>
                </a:lnTo>
                <a:lnTo>
                  <a:pt x="10154" y="18359"/>
                </a:lnTo>
                <a:lnTo>
                  <a:pt x="10154" y="16783"/>
                </a:lnTo>
                <a:lnTo>
                  <a:pt x="10542" y="16783"/>
                </a:lnTo>
                <a:lnTo>
                  <a:pt x="10542" y="4817"/>
                </a:lnTo>
                <a:lnTo>
                  <a:pt x="10154" y="4817"/>
                </a:lnTo>
                <a:close/>
                <a:moveTo>
                  <a:pt x="8454" y="3238"/>
                </a:moveTo>
                <a:lnTo>
                  <a:pt x="8900" y="3238"/>
                </a:lnTo>
                <a:lnTo>
                  <a:pt x="9765" y="18359"/>
                </a:lnTo>
                <a:lnTo>
                  <a:pt x="9186" y="18359"/>
                </a:lnTo>
                <a:lnTo>
                  <a:pt x="8677" y="9440"/>
                </a:lnTo>
                <a:lnTo>
                  <a:pt x="8167" y="18359"/>
                </a:lnTo>
                <a:lnTo>
                  <a:pt x="7589" y="18359"/>
                </a:lnTo>
                <a:close/>
                <a:moveTo>
                  <a:pt x="5592" y="3238"/>
                </a:moveTo>
                <a:lnTo>
                  <a:pt x="6171" y="3238"/>
                </a:lnTo>
                <a:lnTo>
                  <a:pt x="6680" y="12160"/>
                </a:lnTo>
                <a:lnTo>
                  <a:pt x="7193" y="3238"/>
                </a:lnTo>
                <a:lnTo>
                  <a:pt x="7771" y="3238"/>
                </a:lnTo>
                <a:lnTo>
                  <a:pt x="6903" y="18359"/>
                </a:lnTo>
                <a:lnTo>
                  <a:pt x="6456" y="18359"/>
                </a:lnTo>
                <a:close/>
                <a:moveTo>
                  <a:pt x="4651" y="3238"/>
                </a:moveTo>
                <a:lnTo>
                  <a:pt x="4940" y="3238"/>
                </a:lnTo>
                <a:lnTo>
                  <a:pt x="4940" y="5397"/>
                </a:lnTo>
                <a:lnTo>
                  <a:pt x="4651" y="5397"/>
                </a:lnTo>
                <a:close/>
                <a:moveTo>
                  <a:pt x="2913" y="3238"/>
                </a:moveTo>
                <a:lnTo>
                  <a:pt x="3202" y="3238"/>
                </a:lnTo>
                <a:lnTo>
                  <a:pt x="3202" y="5397"/>
                </a:lnTo>
                <a:lnTo>
                  <a:pt x="2913" y="5397"/>
                </a:lnTo>
                <a:close/>
                <a:moveTo>
                  <a:pt x="0" y="3238"/>
                </a:moveTo>
                <a:lnTo>
                  <a:pt x="532" y="3238"/>
                </a:lnTo>
                <a:lnTo>
                  <a:pt x="1512" y="12110"/>
                </a:lnTo>
                <a:lnTo>
                  <a:pt x="1512" y="3238"/>
                </a:lnTo>
                <a:lnTo>
                  <a:pt x="2044" y="3238"/>
                </a:lnTo>
                <a:lnTo>
                  <a:pt x="2044" y="18359"/>
                </a:lnTo>
                <a:lnTo>
                  <a:pt x="1512" y="18359"/>
                </a:lnTo>
                <a:lnTo>
                  <a:pt x="532" y="9486"/>
                </a:lnTo>
                <a:lnTo>
                  <a:pt x="532" y="18359"/>
                </a:lnTo>
                <a:lnTo>
                  <a:pt x="0" y="18359"/>
                </a:lnTo>
                <a:close/>
                <a:moveTo>
                  <a:pt x="20801" y="3168"/>
                </a:moveTo>
                <a:cubicBezTo>
                  <a:pt x="20957" y="3168"/>
                  <a:pt x="21072" y="4062"/>
                  <a:pt x="21072" y="5201"/>
                </a:cubicBezTo>
                <a:cubicBezTo>
                  <a:pt x="21072" y="6339"/>
                  <a:pt x="20957" y="7233"/>
                  <a:pt x="20801" y="7233"/>
                </a:cubicBezTo>
                <a:cubicBezTo>
                  <a:pt x="20644" y="7233"/>
                  <a:pt x="20531" y="6359"/>
                  <a:pt x="20531" y="5201"/>
                </a:cubicBezTo>
                <a:cubicBezTo>
                  <a:pt x="20531" y="4052"/>
                  <a:pt x="20646" y="3168"/>
                  <a:pt x="20801" y="3168"/>
                </a:cubicBezTo>
                <a:close/>
                <a:moveTo>
                  <a:pt x="17709" y="3168"/>
                </a:moveTo>
                <a:cubicBezTo>
                  <a:pt x="17864" y="3168"/>
                  <a:pt x="17979" y="4062"/>
                  <a:pt x="17979" y="5201"/>
                </a:cubicBezTo>
                <a:cubicBezTo>
                  <a:pt x="17979" y="6339"/>
                  <a:pt x="17864" y="7233"/>
                  <a:pt x="17708" y="7233"/>
                </a:cubicBezTo>
                <a:cubicBezTo>
                  <a:pt x="17552" y="7233"/>
                  <a:pt x="17438" y="6359"/>
                  <a:pt x="17438" y="5201"/>
                </a:cubicBezTo>
                <a:cubicBezTo>
                  <a:pt x="17438" y="4052"/>
                  <a:pt x="17553" y="3168"/>
                  <a:pt x="17709" y="3168"/>
                </a:cubicBezTo>
                <a:close/>
                <a:moveTo>
                  <a:pt x="14533" y="2957"/>
                </a:moveTo>
                <a:cubicBezTo>
                  <a:pt x="14889" y="2957"/>
                  <a:pt x="15141" y="4339"/>
                  <a:pt x="15216" y="6436"/>
                </a:cubicBezTo>
                <a:lnTo>
                  <a:pt x="15005" y="6933"/>
                </a:lnTo>
                <a:cubicBezTo>
                  <a:pt x="14950" y="5464"/>
                  <a:pt x="14762" y="4536"/>
                  <a:pt x="14533" y="4536"/>
                </a:cubicBezTo>
                <a:cubicBezTo>
                  <a:pt x="14252" y="4536"/>
                  <a:pt x="14101" y="5725"/>
                  <a:pt x="14101" y="7000"/>
                </a:cubicBezTo>
                <a:cubicBezTo>
                  <a:pt x="14101" y="8488"/>
                  <a:pt x="14261" y="9116"/>
                  <a:pt x="14426" y="9396"/>
                </a:cubicBezTo>
                <a:lnTo>
                  <a:pt x="14724" y="9914"/>
                </a:lnTo>
                <a:cubicBezTo>
                  <a:pt x="15005" y="10411"/>
                  <a:pt x="15260" y="11706"/>
                  <a:pt x="15260" y="14256"/>
                </a:cubicBezTo>
                <a:cubicBezTo>
                  <a:pt x="15260" y="16590"/>
                  <a:pt x="14993" y="18639"/>
                  <a:pt x="14541" y="18639"/>
                </a:cubicBezTo>
                <a:cubicBezTo>
                  <a:pt x="14179" y="18639"/>
                  <a:pt x="13881" y="17431"/>
                  <a:pt x="13785" y="14774"/>
                </a:cubicBezTo>
                <a:lnTo>
                  <a:pt x="14002" y="14276"/>
                </a:lnTo>
                <a:cubicBezTo>
                  <a:pt x="14069" y="16089"/>
                  <a:pt x="14257" y="17040"/>
                  <a:pt x="14541" y="17040"/>
                </a:cubicBezTo>
                <a:cubicBezTo>
                  <a:pt x="14839" y="17040"/>
                  <a:pt x="15019" y="15809"/>
                  <a:pt x="15019" y="14253"/>
                </a:cubicBezTo>
                <a:cubicBezTo>
                  <a:pt x="15019" y="12698"/>
                  <a:pt x="14880" y="11900"/>
                  <a:pt x="14663" y="11533"/>
                </a:cubicBezTo>
                <a:lnTo>
                  <a:pt x="14371" y="11035"/>
                </a:lnTo>
                <a:cubicBezTo>
                  <a:pt x="14133" y="10625"/>
                  <a:pt x="13873" y="9503"/>
                  <a:pt x="13873" y="6996"/>
                </a:cubicBezTo>
                <a:cubicBezTo>
                  <a:pt x="13873" y="4706"/>
                  <a:pt x="14130" y="2957"/>
                  <a:pt x="14533" y="2957"/>
                </a:cubicBezTo>
                <a:close/>
                <a:moveTo>
                  <a:pt x="4072" y="1078"/>
                </a:moveTo>
                <a:lnTo>
                  <a:pt x="4651" y="1078"/>
                </a:lnTo>
                <a:lnTo>
                  <a:pt x="4651" y="3238"/>
                </a:lnTo>
                <a:lnTo>
                  <a:pt x="4072" y="3238"/>
                </a:lnTo>
                <a:close/>
                <a:moveTo>
                  <a:pt x="3202" y="1078"/>
                </a:moveTo>
                <a:lnTo>
                  <a:pt x="3782" y="1078"/>
                </a:lnTo>
                <a:lnTo>
                  <a:pt x="3782" y="3238"/>
                </a:lnTo>
                <a:lnTo>
                  <a:pt x="3202" y="3238"/>
                </a:lnTo>
                <a:close/>
                <a:moveTo>
                  <a:pt x="3782" y="0"/>
                </a:moveTo>
                <a:lnTo>
                  <a:pt x="4071" y="0"/>
                </a:lnTo>
                <a:lnTo>
                  <a:pt x="4071" y="1078"/>
                </a:lnTo>
                <a:lnTo>
                  <a:pt x="3782" y="1078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4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6CB4B4D-7CA3-9044-876B-883B54F8677D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5580873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6A5F254-E416-DBBB-81C9-88B9BEE9D3D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05" imgH="405" progId="TCLayout.ActiveDocument.1">
                  <p:embed/>
                </p:oleObj>
              </mc:Choice>
              <mc:Fallback>
                <p:oleObj name="Slide do think-cell" r:id="rId3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6A5F254-E416-DBBB-81C9-88B9BEE9D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0" name="Google Shape;54;p13"/>
          <p:cNvSpPr txBox="1">
            <a:spLocks noGrp="1"/>
          </p:cNvSpPr>
          <p:nvPr>
            <p:ph type="title"/>
          </p:nvPr>
        </p:nvSpPr>
        <p:spPr>
          <a:xfrm>
            <a:off x="3976716" y="1427221"/>
            <a:ext cx="7809396" cy="178982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pt-PT" b="1" noProof="0" dirty="0" err="1"/>
              <a:t>Telco</a:t>
            </a:r>
            <a:r>
              <a:rPr lang="pt-PT" b="1" noProof="0" dirty="0"/>
              <a:t> </a:t>
            </a:r>
            <a:r>
              <a:rPr lang="pt-PT" b="1" noProof="0" dirty="0" err="1"/>
              <a:t>Customer</a:t>
            </a:r>
            <a:r>
              <a:rPr lang="pt-PT" b="1" noProof="0" dirty="0"/>
              <a:t> </a:t>
            </a:r>
            <a:r>
              <a:rPr lang="pt-PT" b="1" noProof="0" dirty="0" err="1"/>
              <a:t>Churn</a:t>
            </a:r>
            <a:br>
              <a:rPr lang="pt-PT" sz="5400" b="1" noProof="0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</a:br>
            <a:r>
              <a:rPr lang="pt-PT" sz="2200" b="1" noProof="0" dirty="0" err="1">
                <a:solidFill>
                  <a:srgbClr val="1FC7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</a:t>
            </a:r>
            <a: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</a:t>
            </a:r>
            <a:b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</a:br>
            <a:br>
              <a:rPr lang="pt-PT" sz="2200" b="1" noProof="0" dirty="0">
                <a:solidFill>
                  <a:srgbClr val="1FC7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</a:br>
            <a:r>
              <a:rPr lang="pt-PT" sz="1800" b="1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Grupo EDSB26_G1 – TP2</a:t>
            </a:r>
            <a:endParaRPr lang="pt-PT" sz="5400" noProof="0" dirty="0"/>
          </a:p>
        </p:txBody>
      </p:sp>
      <p:sp>
        <p:nvSpPr>
          <p:cNvPr id="521" name="Google Shape;55;p13"/>
          <p:cNvSpPr txBox="1">
            <a:spLocks noGrp="1"/>
          </p:cNvSpPr>
          <p:nvPr>
            <p:ph type="body" sz="quarter" idx="1"/>
          </p:nvPr>
        </p:nvSpPr>
        <p:spPr>
          <a:xfrm>
            <a:off x="3976716" y="3558209"/>
            <a:ext cx="6938934" cy="16710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Francisco Monteiro, 20251694@novaims.unl.pt</a:t>
            </a:r>
          </a:p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José Grave, 20251843@novaims.unl.pt</a:t>
            </a:r>
          </a:p>
          <a:p>
            <a:pPr>
              <a:lnSpc>
                <a:spcPct val="150000"/>
              </a:lnSpc>
            </a:pPr>
            <a:r>
              <a:rPr lang="pt-PT" sz="1400" noProof="0" dirty="0">
                <a:solidFill>
                  <a:srgbClr val="595959"/>
                </a:solidFill>
                <a:latin typeface="Arial"/>
                <a:ea typeface="Helvetica Neue Light" panose="02000403000000020004" pitchFamily="2" charset="0"/>
                <a:cs typeface="Arial"/>
              </a:rPr>
              <a:t>Tiago Vacas Felgueira, 20242047@novaims.unl.pt</a:t>
            </a:r>
          </a:p>
        </p:txBody>
      </p:sp>
      <p:sp>
        <p:nvSpPr>
          <p:cNvPr id="522" name="Google Shape;57;p13"/>
          <p:cNvSpPr txBox="1"/>
          <p:nvPr/>
        </p:nvSpPr>
        <p:spPr>
          <a:xfrm>
            <a:off x="3960514" y="6238592"/>
            <a:ext cx="7250961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Enterprise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Data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Science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Bootcamp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noProof="0" dirty="0">
                <a:latin typeface="Arial" panose="020B0604020202020204" pitchFamily="34" charset="0"/>
                <a:cs typeface="Arial" panose="020B0604020202020204" pitchFamily="34" charset="0"/>
              </a:rPr>
              <a:t>EDSA/2026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D5F2-E713-5EC8-7621-47B52FFE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396793-0235-11A8-181A-63DA32B2C85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916992-2CC3-AF82-D6A6-54AC5D4544F2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Arquitetura do Pipeline </a:t>
            </a:r>
            <a:r>
              <a:rPr lang="pt-PT" sz="36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de pré-processamento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61D31DC9-6085-0756-F0C7-F97DC551C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828CD322-4BF8-629F-1DF0-936DDB1123B6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DD43A20-2A9F-9760-B048-F033D301BB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94"/>
          <a:stretch>
            <a:fillRect/>
          </a:stretch>
        </p:blipFill>
        <p:spPr>
          <a:xfrm>
            <a:off x="5004096" y="1662967"/>
            <a:ext cx="6496738" cy="497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16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E141-A044-B452-6E33-CFECA3FE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F79FA-64D7-FD7C-38C5-66A4B392E22F}"/>
              </a:ext>
            </a:extLst>
          </p:cNvPr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1100" b="1" kern="0" spc="200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EDSB 2026 – 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Projeto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Telco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Customer</a:t>
            </a:r>
            <a:r>
              <a:rPr lang="pt-PT" sz="1100" b="1" kern="0" spc="200" noProof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PT" sz="1100" b="1" kern="0" spc="200" noProof="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Churn</a:t>
            </a:r>
            <a:endParaRPr lang="pt-PT" sz="1100" noProof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2E572C-E576-F7AF-A3B3-E27A76E40690}"/>
              </a:ext>
            </a:extLst>
          </p:cNvPr>
          <p:cNvSpPr/>
          <p:nvPr/>
        </p:nvSpPr>
        <p:spPr>
          <a:xfrm>
            <a:off x="530352" y="77724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PT" sz="3600" b="1" noProof="0" dirty="0">
                <a:solidFill>
                  <a:srgbClr val="17271E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Arquitetura do Pipeline </a:t>
            </a:r>
            <a:r>
              <a:rPr lang="pt-PT" sz="3600" b="1" noProof="0" dirty="0">
                <a:solidFill>
                  <a:srgbClr val="3876FF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de pré-processamento</a:t>
            </a:r>
            <a:endParaRPr lang="pt-PT" sz="3600" b="1" noProof="0" dirty="0">
              <a:solidFill>
                <a:srgbClr val="3876FF"/>
              </a:solidFill>
              <a:latin typeface="Borna" panose="020B060402020202020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5F560E-5F79-FAFA-16CC-C9C3A2C6C5CA}"/>
              </a:ext>
            </a:extLst>
          </p:cNvPr>
          <p:cNvSpPr/>
          <p:nvPr/>
        </p:nvSpPr>
        <p:spPr>
          <a:xfrm>
            <a:off x="548640" y="182880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pt-PT" sz="1600" b="1" noProof="0" dirty="0">
                <a:solidFill>
                  <a:srgbClr val="17271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XXXX</a:t>
            </a:r>
            <a:endParaRPr lang="pt-PT" sz="1600" noProof="0" dirty="0">
              <a:latin typeface="Arial" panose="020B0604020202020204" pitchFamily="34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pt-PT" sz="800" noProof="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pt-PT" sz="1600" noProof="0" dirty="0">
              <a:latin typeface="Arial" panose="020B0604020202020204" pitchFamily="34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pt-PT" sz="1350" noProof="0" dirty="0">
                <a:solidFill>
                  <a:srgbClr val="6E7E7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XXXXX</a:t>
            </a:r>
            <a:endParaRPr lang="pt-PT" sz="1600" noProof="0" dirty="0">
              <a:latin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10EF78-88E4-69EF-DFDB-F1D8A35784ED}"/>
              </a:ext>
            </a:extLst>
          </p:cNvPr>
          <p:cNvSpPr/>
          <p:nvPr/>
        </p:nvSpPr>
        <p:spPr>
          <a:xfrm>
            <a:off x="548640" y="4114800"/>
            <a:ext cx="54864" cy="1005840"/>
          </a:xfrm>
          <a:prstGeom prst="rect">
            <a:avLst/>
          </a:prstGeom>
          <a:solidFill>
            <a:srgbClr val="00A847"/>
          </a:solidFill>
          <a:ln/>
        </p:spPr>
        <p:txBody>
          <a:bodyPr/>
          <a:lstStyle/>
          <a:p>
            <a:endParaRPr lang="pt-PT" noProof="0" dirty="0">
              <a:latin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9A77DB-5933-E2E3-C05A-1AC7A670FB33}"/>
              </a:ext>
            </a:extLst>
          </p:cNvPr>
          <p:cNvSpPr/>
          <p:nvPr/>
        </p:nvSpPr>
        <p:spPr>
          <a:xfrm>
            <a:off x="768096" y="4114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PT" sz="1350" i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XXXXX</a:t>
            </a:r>
            <a:endParaRPr lang="pt-PT" sz="1350" noProof="0" dirty="0">
              <a:latin typeface="Arial" panose="020B0604020202020204" pitchFamily="34" charset="0"/>
            </a:endParaRPr>
          </a:p>
        </p:txBody>
      </p:sp>
      <p:pic>
        <p:nvPicPr>
          <p:cNvPr id="20" name="Image 0" descr="assets/nova_dark.png">
            <a:extLst>
              <a:ext uri="{FF2B5EF4-FFF2-40B4-BE49-F238E27FC236}">
                <a16:creationId xmlns:a16="http://schemas.microsoft.com/office/drawing/2014/main" id="{92566E40-0264-41F5-FC86-AE15AAC37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291072"/>
            <a:ext cx="1371600" cy="1841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6AC3DB0E-42A7-4BCA-1C69-90A89378CA4A}"/>
              </a:ext>
            </a:extLst>
          </p:cNvPr>
          <p:cNvSpPr/>
          <p:nvPr/>
        </p:nvSpPr>
        <p:spPr>
          <a:xfrm>
            <a:off x="11231575" y="6291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900" b="1" noProof="0" dirty="0">
                <a:solidFill>
                  <a:srgbClr val="00A84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pt-PT" sz="9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12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2B17D5-9667-A5A9-82B7-55B53F98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28" y="2299481"/>
            <a:ext cx="10198070" cy="1887068"/>
          </a:xfrm>
        </p:spPr>
        <p:txBody>
          <a:bodyPr>
            <a:normAutofit/>
          </a:bodyPr>
          <a:lstStyle/>
          <a:p>
            <a:pPr algn="l"/>
            <a:r>
              <a:rPr lang="pt-PT" sz="4400" b="1" noProof="0" dirty="0">
                <a:solidFill>
                  <a:srgbClr val="00A847"/>
                </a:solidFill>
                <a:latin typeface="Borna" panose="020B0604020202020204" charset="0"/>
                <a:ea typeface="Georgia" pitchFamily="34" charset="-122"/>
                <a:cs typeface="Arial" panose="020B0604020202020204" pitchFamily="34" charset="0"/>
              </a:rPr>
              <a:t>Obrigado!</a:t>
            </a:r>
            <a:endParaRPr lang="pt-PT" noProof="0" dirty="0">
              <a:latin typeface="Borna" panose="020B0604020202020204" charset="0"/>
            </a:endParaRPr>
          </a:p>
        </p:txBody>
      </p:sp>
      <p:sp>
        <p:nvSpPr>
          <p:cNvPr id="3" name="Group Number">
            <a:extLst>
              <a:ext uri="{FF2B5EF4-FFF2-40B4-BE49-F238E27FC236}">
                <a16:creationId xmlns:a16="http://schemas.microsoft.com/office/drawing/2014/main" id="{7766BBB4-0B38-64A9-347C-C83904B3E2F0}"/>
              </a:ext>
            </a:extLst>
          </p:cNvPr>
          <p:cNvSpPr txBox="1">
            <a:spLocks/>
          </p:cNvSpPr>
          <p:nvPr/>
        </p:nvSpPr>
        <p:spPr>
          <a:xfrm>
            <a:off x="625641" y="4292338"/>
            <a:ext cx="5146140" cy="273051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317897" marR="0" indent="-332184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40000"/>
              <a:buFontTx/>
              <a:buBlip>
                <a:blip r:embed="rId2"/>
              </a:buBlip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499382" marR="0" indent="-232682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714375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894557" marR="0" indent="-269082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514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29718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34290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38862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PT" b="1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Grupo EDSB26_G1 – TP2</a:t>
            </a:r>
            <a:endParaRPr lang="pt-PT" noProof="0" dirty="0"/>
          </a:p>
        </p:txBody>
      </p:sp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1077D201-3E65-2EAD-DBED-03797BA12E61}"/>
              </a:ext>
            </a:extLst>
          </p:cNvPr>
          <p:cNvSpPr txBox="1"/>
          <p:nvPr/>
        </p:nvSpPr>
        <p:spPr>
          <a:xfrm>
            <a:off x="627912" y="4558519"/>
            <a:ext cx="7250961" cy="4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1899" tIns="121899" rIns="121899" bIns="121899">
            <a:spAutoFit/>
          </a:bodyPr>
          <a:lstStyle/>
          <a:p>
            <a:pPr>
              <a:defRPr sz="1600">
                <a:solidFill>
                  <a:srgbClr val="59595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Enterprise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Data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Science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sz="1600" b="1" noProof="0" dirty="0" err="1">
                <a:solidFill>
                  <a:srgbClr val="595959"/>
                </a:solidFill>
                <a:latin typeface="Helvetica Neue Light"/>
                <a:sym typeface="Helvetica Neue Light"/>
              </a:rPr>
              <a:t>Bootcamp</a:t>
            </a:r>
            <a:r>
              <a:rPr lang="pt-PT" sz="1600" b="1" noProof="0" dirty="0">
                <a:solidFill>
                  <a:srgbClr val="595959"/>
                </a:solidFill>
                <a:latin typeface="Helvetica Neue Light"/>
                <a:sym typeface="Helvetica Neue Light"/>
              </a:rPr>
              <a:t> </a:t>
            </a:r>
            <a:r>
              <a:rPr lang="pt-PT" noProof="0" dirty="0">
                <a:latin typeface="Arial" panose="020B0604020202020204" pitchFamily="34" charset="0"/>
                <a:cs typeface="Arial" panose="020B0604020202020204" pitchFamily="34" charset="0"/>
              </a:rPr>
              <a:t>EDSA/2026</a:t>
            </a:r>
          </a:p>
        </p:txBody>
      </p:sp>
    </p:spTree>
    <p:extLst>
      <p:ext uri="{BB962C8B-B14F-4D97-AF65-F5344CB8AC3E}">
        <p14:creationId xmlns:p14="http://schemas.microsoft.com/office/powerpoint/2010/main" val="3898503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99</Words>
  <Application>Microsoft Macintosh PowerPoint</Application>
  <PresentationFormat>Ecrã Panorâmico</PresentationFormat>
  <Paragraphs>20</Paragraphs>
  <Slides>4</Slides>
  <Notes>2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9" baseType="lpstr">
      <vt:lpstr>Arial</vt:lpstr>
      <vt:lpstr>Borna</vt:lpstr>
      <vt:lpstr>Helvetica Neue Light</vt:lpstr>
      <vt:lpstr>Office Theme</vt:lpstr>
      <vt:lpstr>Slide do think-cell</vt:lpstr>
      <vt:lpstr>Telco Customer Churn Retention Management  Grupo EDSB26_G1 – TP2</vt:lpstr>
      <vt:lpstr>Apresentação do PowerPoint</vt:lpstr>
      <vt:lpstr>Apresentação do PowerPoint</vt:lpstr>
      <vt:lpstr>Obrigado!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Lisbon Dining Insights — TheFork</dc:title>
  <dc:subject>PptxGenJS Presentation</dc:subject>
  <dc:creator>Group B1 — NOVA IMS</dc:creator>
  <cp:lastModifiedBy>Tiago Vacas Felgueira</cp:lastModifiedBy>
  <cp:revision>9</cp:revision>
  <dcterms:created xsi:type="dcterms:W3CDTF">2026-05-31T21:07:51Z</dcterms:created>
  <dcterms:modified xsi:type="dcterms:W3CDTF">2026-10-10T13:36:52Z</dcterms:modified>
</cp:coreProperties>
</file>